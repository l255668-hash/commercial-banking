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69 business classes and the 79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Operations &gt; Guided rule checks in order. Then Customers: Ayesha's roles as ribbons, and the time machine on 11 April 2026. The GUI contains no business rules: refusals come from the model and name its error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Name: ____________________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Course: __________________</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69</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97</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(79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70</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28014"/>
            <a:ext cx="8412480" cy="2190293"/>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Transfer snapshots the beneficiary version; Card the exact card; Bill the biller; OwnAccount the target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08686" y="1234440"/>
            <a:ext cx="532662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reversed = True flag</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reversal has its own date, amount, approver and reason, and can be partial.</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Live demo: the desktop console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1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Guided rule checks: 14 real operations, each showing the model's own refusal</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31 forms, including full customer onboarding</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 timeline and time machine for any past date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Card chains, cases, audit log and a zero trial balance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-&gt; CustomersPage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2026-09-25T17:38:26Z</dcterms:created>
  <dcterms:modified xsi:type="dcterms:W3CDTF">2026-09-25T17:38:26Z</dcterms:modified>
</cp:coreProperties>
</file>