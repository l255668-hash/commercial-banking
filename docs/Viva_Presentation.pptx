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teaching model of a commercial bank. The assessed concepts are classes and inheritance. The central idea is that history is never overwritten.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for at least 30 classes and 30 meaningful operations. Even counting only the 78 state-changing commands we are more than double. The trial balance is zero at the end of the demo, so no scenario created or lost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brief's question about deletion. Closing an account, ending a relationship or revoking a mandate are status changes or closed periods. Bank.party_snapshot rebuilds what the bank knew about a customer on any past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because each level has a rule that is genuinely true there and not above it. Ayesha is one Person record with five capacities.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middle level exists because holding customer money is a real behavioural difference. A loan inheriting a ledger balance would be meaningless.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customer payments can be disputed, which is why that level exists. A reversal is a transaction of its own, pointing at the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5 shows the override: closing the investigation is refused until the debit block is lifted.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alternative, 'everything is an account with flags', fails every critical case: a flag change destroys the fact that it was once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python banking_system.py to show them live. Each refusal prints the exact rule, e.g. AuthorityError: the initiator cannot also be the second signatory.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section 3.2 maps every participant, research area and scope item in the brief to a class, operation and scenario. Section 3.1 answers the brief's eight open questions one by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Operations &gt; Guided rule checks in order. Then Customers: Ayesha's roles as ribbons, and the time machine on 11 April 2026. The GUI contains no business rules: refusals come from the model and name its error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table in docs/Code_Review.md. Every fix is protected by a test, so it cannot silently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Arrangement level is where the design pays off for new business models: an Ijarah or Murabaha contract is a new kind of arrangement, not a change to existing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Banking, Lending, Payments and Compliance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model where nothing is deleted and every past state can be rebuilt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____________________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number: _____________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file, standard library only - banking_system.py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classes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operations (78 commands)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multi-level hierarchies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scenarios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4612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total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rule: nothing that happened is ever deleted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techniques answer every question of the form "what was true on date X?"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2704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Periods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476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Mandates, officer roles, ownerships, restrictions and RM assignments are valid from-to. Revoking closes the period.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52704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histories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9476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lifecycle keeps each status with date, actor and reason, so status_on(date) is answerable.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1012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91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73075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terms, beneficiary details and repayment schedules change by adding a version, never by editing.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6344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331012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4632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291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Counter-records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73075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never edited: a Reversal posts equal and opposite entries; the original stays.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Party -&gt; Organization -&gt; Company / Charity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7490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Party: identity, documents, checks, corrections, restrictions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adds officers, owners, mandates and a stricter KYC rule (connected persons must be verified too)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needs a director; Charity needs two trustees: structural_gaps() overridden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director, signatory are ROLES, not subclasses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434840" y="1005840"/>
            <a:ext cx="4251960" cy="3794760"/>
          </a:xfrm>
          <a:prstGeom prst="roundRect">
            <a:avLst>
              <a:gd name="adj" fmla="val 1928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uml_par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64832"/>
            <a:ext cx="4069080" cy="34767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Arrangement -&gt; DepositAccount -&gt; Current / Savings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7490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Arrangement: product, pinned terms, holders, branch history, status, restrictions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DepositAccount adds what only accounts holding money have: ledger, holds, available balance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overrides overdraft_limit(); Savings and FixedTermDeposit extend check_debit()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FinancingAgreement sits beside DepositAccount: it holds no customer money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434840" y="1005840"/>
            <a:ext cx="4251960" cy="3794760"/>
          </a:xfrm>
          <a:prstGeom prst="roundRect">
            <a:avLst>
              <a:gd name="adj" fmla="val 1928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uml_arrang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73952"/>
            <a:ext cx="4069080" cy="34585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BankTransaction -&gt; CustomerPayment / LoanTransaction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double-entry; post() refuses legs that do not sum to zero</a:t>
            </a:r>
            <a:endParaRPr lang="en-US" sz="1200" dirty="0"/>
          </a:p>
        </p:txBody>
      </p:sp>
      <p:pic>
        <p:nvPicPr>
          <p:cNvPr id="4" name="Image 0" descr="/home/user/commercial-banking/docs/uml_trans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90736"/>
            <a:ext cx="8412480" cy="1864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CustomerPayment adds initiator, channel, mandate used, 2nd signatory, disputes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snapshots the beneficiary version; Card the exact card; Bill the biller; OwnAccount the target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LoanTransaction groups disbursement, repayment and interest capitalisation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-&gt; CustomerCase / RiskCase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Separate, linked records: the branch complaint and the compliance investigation</a:t>
            </a:r>
            <a:endParaRPr lang="en-US" sz="1200" dirty="0"/>
          </a:p>
        </p:txBody>
      </p:sp>
      <p:pic>
        <p:nvPicPr>
          <p:cNvPr id="4" name="Image 0" descr="/home/user/commercial-banking/docs/uml_c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3357" y="1234440"/>
            <a:ext cx="5537286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CustomerCase: arrives through a channel from a contact person (dispute, complaint, service request)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RiskCase: bank-initiated; overrides close() so it cannot close while its restrictions are live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CollectionsCase: opened by the arrears batch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Tempting inheritances we rejected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in the report; four of the strongest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2704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08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Customer(Person)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9659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 is customer, director and signatory at once; roles start and end on different dates.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52704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508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IssuedCard(DepositAccount)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9659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holds no money and many cards share one account: it is a credential.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918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FinancingAgreement(DepositAccount)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490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loan has no ledger of customer funds, holds or available balance.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331012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2918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reversed = True flag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37490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 has its own date, amount, approver and reason, and can be partial.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scenarios break the normal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critical cases in the brief are covered, plus every participant it names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expires mid-onboarding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645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transfer: dual control, hold, release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103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stolen, replaced twice, found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560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Posted, reversed, re-posted, disputed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0175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then cleared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474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Financing: limits, arrears, restructure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931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leaves; authority provable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4389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changes bank details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1188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634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16636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keeps corrected data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63440" y="1645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634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166360" y="1645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withdrawn, terms pinned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663440" y="2103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634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66360" y="2103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closes; all moves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63440" y="25603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634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166360" y="2560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limit; closure not deletion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663440" y="30175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34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166360" y="30175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and customer leave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4663440" y="34747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634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166360" y="3474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trader, private client, term deposits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663440" y="39319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6634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166360" y="39319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controls, bills, card search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4663440" y="438912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6344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166360" y="43891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review; archive vs delete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the brief names is modelled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rereading Problem 4 line by line; each has a test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Sole traders &amp; private clients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with a trading name; PRIVATE needs verified source of wealth (EDD)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Fixed-term deposits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DepositAccount subclass: no early debits, maturity payout, break penalty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389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 controls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9202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Online, international, cash, merchant category - each with a validity period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Billers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BillPayment is a CustomerPayment: same mandates, restrictions, dual control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staff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officer works the case; promise to pay marked kept or broken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72200" y="31729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Auditors &amp; retention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7033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audit with role at the time; archive, never delete (10-year retention)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the desktop console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banking_gui.py - pure Python (Tkinter); every button calls one Bank operation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577840" cy="3611880"/>
          </a:xfrm>
          <a:prstGeom prst="roundRect">
            <a:avLst>
              <a:gd name="adj" fmla="val 2025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screenshots/gui_0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63640" y="1234440"/>
            <a:ext cx="24688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rule checks: 14 real operations, each showing the model's own refusal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timeline and time machine for any past date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chains, cases, audit log and a zero trial balance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classes inherit too: Page -&gt; MasterDetailPage -&gt; CustomersPage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review: 20 defects fixed, each with a test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0B4F4A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found and fixed, each with a regression test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143000"/>
            <a:ext cx="52120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refused loan overpayment still marked installments as paid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a dispute twice refunded the customer twice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an ACTIVE card as found destroyed it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cards blocked once the product was withdrawn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fees used up customers' savings withdrawals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closure ignored holds and pending payments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delegated limit on credit approvals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how it would scale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currency (PKR)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Two-signatory dual control only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review threshold, simple interest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scale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69164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-&gt; valid_from / valid_to columns in a database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split into services linked by events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supplies the acting person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Islamic products as new Arrangement subclasses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- 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4 - Commercial Banking OOP design</dc:title>
  <dc:subject>PptxGenJS Presentation</dc:subject>
  <dc:creator>PptxGenJS</dc:creator>
  <cp:lastModifiedBy>PptxGenJS</cp:lastModifiedBy>
  <cp:revision>1</cp:revision>
  <dcterms:created xsi:type="dcterms:W3CDTF">2026-09-25T16:28:46Z</dcterms:created>
  <dcterms:modified xsi:type="dcterms:W3CDTF">2026-09-25T16:28:46Z</dcterms:modified>
</cp:coreProperties>
</file>