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Operations &gt; Guided rule checks in order. Then Customers: Ayesha's roles as ribbons, and the time machine on 11 April 2026. The GUI contains no business rules: refusals come from the model and name its error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Name: ____________________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Live demo: the desktop console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1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Guided rule checks: 14 real operations, each showing the model's own refusal</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every workflow in the brief, by hand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timeline and time machine for any past date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chains, cases, audit log and a zero trial balance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-&gt; CustomersPage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2026-09-25T17:56:10Z</dcterms:created>
  <dcterms:modified xsi:type="dcterms:W3CDTF">2026-09-25T17:56:10Z</dcterms:modified>
</cp:coreProperties>
</file>