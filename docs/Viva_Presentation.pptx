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71 business classes and the 80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 Research on card schemes showed three different things: the bank's reversal, the merchant's refund and the chargeback. A chargeback has everything a reversal has plus a dispute, a merchant and a reason code, so it is a subclass; a refund is started by the merchant with no bank approval and leaves the purchase posted, so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us to defend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Prepared by: Khizar Rizwan</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OOP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73</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 / Reversal</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77865"/>
            <a:ext cx="8412480" cy="2090591"/>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 Transfer, Card, Bill, OwnAccount add their own facts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Reversal -&gt; Chargeback: a card reversal claimed from the merchant with a scheme reason code; a MerchantRefund is NOT a reversal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58401" y="1234440"/>
            <a:ext cx="522719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2026-09-26T05:02:02Z</dcterms:created>
  <dcterms:modified xsi:type="dcterms:W3CDTF">2026-09-26T05:02:02Z</dcterms:modified>
</cp:coreProperties>
</file>